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大家好，欢迎参加本次文献综述汇报。今天我要分享的主题是大型语言模型的长期记忆机制，我们将聚焦两篇最新研究：一篇是普华永道团队发表的 Chronos，提出了时序感知的会话记忆框架；另一篇来自多所高校，提出了面向长程决策的认知建模统一框架。这两篇论文虽然切入角度不同，但都在同一个核心问题上取得了突破——如何让 AI 系统在持续交互中真正"记住"并"用好"历史信息。希望通过今天的汇报，帮助大家建立对这一领域前沿工作的整体认识。</a:t>
            </a:r>
          </a:p>
          <a:p>
            <a:endParaRPr lang="zh-CN" dirty="0"/>
          </a:p>
          <a:p>
            <a:r>
              <a:rPr lang="zh-CN" dirty="0"/>
              <a:t>要点：① 两篇论文均发表于2026年初，处于研究前沿 ② 分别针对对话记忆与决策记忆两个场景 ③ 都取得了当前最优实验结果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在进入具体内容之前，先给大家介绍一下今天汇报的整体框架。</a:t>
            </a:r>
          </a:p>
          <a:p>
            <a:endParaRPr lang="zh-CN" dirty="0"/>
          </a:p>
          <a:p>
            <a:r>
              <a:rPr lang="zh-CN" dirty="0"/>
              <a:t>整个汇报分为六个部分。首先从研究背景出发，说明为什么长期记忆问题如此重要；然后明确两篇论文各自定义的核心问题；接着进入方法脉络，重点解析 Chronos 的时序架构和认知建模的统一框架；之后呈现实验结果，用数据说话；消融分析部分会深入挖掘各组件的具体贡献；最后讨论局限性和未来方向。整体时间大约二十分钟，欢迎随时提问。</a:t>
            </a:r>
          </a:p>
          <a:p>
            <a:endParaRPr lang="zh-CN" dirty="0"/>
          </a:p>
          <a:p>
            <a:r>
              <a:rPr lang="zh-CN" dirty="0"/>
              <a:t>要点：① 汇报顺序遵循"问题→方法→验证→反思"逻辑 ② 两篇论文内容交织呈现，非逐篇流水账 ③ 聚焦核心贡献与共同洞察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让我们先从研究背景讲起，理解这个问题为什么值得研究。</a:t>
            </a:r>
          </a:p>
          <a:p>
            <a:endParaRPr lang="zh-CN" dirty="0"/>
          </a:p>
          <a:p>
            <a:r>
              <a:rPr lang="zh-CN" dirty="0"/>
              <a:t>现有的 LLM 记忆系统存在三类系统性短板。第一类是规模挑战——当对话跨越数周乃至数月，没有任何系统能把所有历史都塞进上下文窗口，必须依赖某种形式的外部记忆。而现有方案在"全量知识图谱"和"纯向量检索"之间两难：前者开销巨大、检索噪声高；后者简单但缺乏结构。第二类是时序失真——现有系统把"上个月"当成普通字符串处理，根本无法执行"给我找出今年三月的所有运动记录"这样的时间过滤查询。[停顿] 第三类是长程决策碎片化——智能体在多步骤任务中过度依赖当前状态，历史经验被压缩进不透明的隐式向量，推理链断裂，策略容易退化。这三个问题就是今天两篇论文的起点。</a:t>
            </a:r>
          </a:p>
          <a:p>
            <a:endParaRPr lang="zh-CN" dirty="0"/>
          </a:p>
          <a:p>
            <a:r>
              <a:rPr lang="zh-CN" dirty="0"/>
              <a:t>要点：① 时序失真是对话记忆系统最独特的痛点 ② 历史经验利用不足是决策智能体的通病 ③ 两类问题指向同一本质：结构化记忆与推理深度耦合的缺失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明确了背景，我们来看两篇论文各自如何精确定义研究问题。</a:t>
            </a:r>
          </a:p>
          <a:p>
            <a:endParaRPr lang="zh-CN" dirty="0"/>
          </a:p>
          <a:p>
            <a:r>
              <a:rPr lang="zh-CN" dirty="0"/>
              <a:t>左边是 Chronos 的核心问题：对话 AI 如何精确回答时间敏感型查询？具体来说，当用户问"度假后那一周你做了什么"，系统需要先解析"度假后那周"对应的精确日期范围，再在数月的对话历史中检索这段时间的事件。现有系统在这里完全失效，因为没有结构化的时间表示。右边是认知建模的问题：在 WebShop 这类需要多步决策的长程任务中，智能体如何把历史交互经验系统地融入当前决策？问题的本质是，记忆存储和策略生成相互脱节，没有显式的推理桥接。[停顿] 这两个问题乍看不同，本质上都是在问：结构化记忆如何驱动更精准的推理？</a:t>
            </a:r>
          </a:p>
          <a:p>
            <a:endParaRPr lang="zh-CN" dirty="0"/>
          </a:p>
          <a:p>
            <a:r>
              <a:rPr lang="zh-CN" dirty="0"/>
              <a:t>要点：① Chronos 关注时序精确性 ② 认知框架关注历史经验的显式利用 ③ 两者的本质缺失高度相似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问题定义清楚了，我们进入最核心的方法部分。</a:t>
            </a:r>
          </a:p>
          <a:p>
            <a:endParaRPr lang="zh-CN" dirty="0"/>
          </a:p>
          <a:p>
            <a:r>
              <a:rPr lang="zh-CN" dirty="0"/>
              <a:t>接下来两页，我会分别解析 Chronos 的四组件架构，以及认知建模的统一认知闭环，并在第二页末尾对两者进行横向比较。这两个框架的设计哲学各有侧重，但都有一个共同特点——把结构化记忆与推理机制紧密耦合，而不是让它们各自独立运行。</a:t>
            </a:r>
          </a:p>
          <a:p>
            <a:endParaRPr lang="zh-CN" dirty="0"/>
          </a:p>
          <a:p>
            <a:r>
              <a:rPr lang="zh-CN" dirty="0"/>
              <a:t>要点：① 先讲 Chronos 四组件 ② 再讲认知建模四模块 ③ 最后横向对比设计选择差异</a:t>
            </a:r>
          </a:p>
          <a:p>
            <a:r>
              <a:rPr lang="zh-CN" dirty="0"/>
              <a:t>时长：30秒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先来看 Chronos 的架构，这是本次综述中最具设计细节的部分。</a:t>
            </a:r>
          </a:p>
          <a:p>
            <a:endParaRPr lang="zh-CN" dirty="0"/>
          </a:p>
          <a:p>
            <a:r>
              <a:rPr lang="zh-CN" dirty="0"/>
              <a:t>Chronos 的核心洞见是"最小充分抽象"——只对时序事件进行结构化，其余对话内容原样保留。这个设计避免了过度提取带来的上下文熵增。具体看四个组件：第一，事件提取管道，把对话中的动作事件抽成主谓宾三元组，并附上精确的 ISO 8601 时间范围，还生成两到四个词汇别名来提升召回率；第二，动态提示系统，这是 Chronos 最创新的点，每个查询都会动态生成一段检索指导语，告诉 Agent 要找什么、怎么过滤时间、怎么处理多跳推理，而不是用一套静态提示应对所有查询类型；第三，初始检索，先用向量检索取Top-100，再用 Cohere Rerank 筛选到Top-15，并扩展上下文窗口；第四，Chronos Agent，通过 ReAct 循环，交替使用向量搜索和 grep 工具迭代积累证据，直到能给出可信答案。右边的图是论文原图，清晰展示了事件提取、双历法索引和查询处理的完整流程。</a:t>
            </a:r>
          </a:p>
          <a:p>
            <a:endParaRPr lang="zh-CN" dirty="0"/>
          </a:p>
          <a:p>
            <a:r>
              <a:rPr lang="zh-CN" dirty="0"/>
              <a:t>要点：① 事件历法 + 对话历法双轨并行 ② 动态提示是 RAG 查询改写在对话记忆领域的首次应用 ③ ReAct 工具调用使系统能处理复杂多跳查询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接下来看认知建模框架，它在更通用的决策场景中解决了类似问题。</a:t>
            </a:r>
          </a:p>
          <a:p>
            <a:endParaRPr lang="zh-CN" dirty="0"/>
          </a:p>
          <a:p>
            <a:r>
              <a:rPr lang="zh-CN" dirty="0"/>
              <a:t>这个框架的核心是把感知、记忆、推理、决策整合成一个端到端的认知闭环。第一步，感知表征：把当前观测 o_t 编码为认知状态 h_t，明确区分短期感知和长期存储，避免过度压缩历史信息。第二步，长期记忆管理：用选择性写入机制决定哪些新状态值得加入记忆集 M，既避免无关信息污染，又保持记忆的持续扩展。第三步，也是最关键的——记忆检索推理：通过注意力机制计算当前状态与历史记忆的相关性，把最相关的历史经验聚合成推理向量 r_t，让历史信息显式参与当前决策逻辑。第四步，策略生成：把当前感知 h_t 和推理结果 r_t 融合后输出动作策略。右边的图是论文提供的整体架构示意图。[停顿] 对比下方表格，可以看到两个框架在技术实现上差异很大，但都在一个共同原则上达成一致：记忆必须与推理深度耦合，才能发挥最大价值。</a:t>
            </a:r>
          </a:p>
          <a:p>
            <a:endParaRPr lang="zh-CN" dirty="0"/>
          </a:p>
          <a:p>
            <a:r>
              <a:rPr lang="zh-CN" dirty="0"/>
              <a:t>要点：① 四模块闭环设计使记忆真正"参与"决策而非只是"存储" ② 选择性写入机制平衡了记忆稳定性与可塑性 ③ 与 Chronos 互补：一个做时序精确召回，一个做记忆驱动策略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方法讲完了，我们用数据来验证这两个框架的效果。</a:t>
            </a:r>
          </a:p>
          <a:p>
            <a:endParaRPr lang="zh-CN" dirty="0"/>
          </a:p>
          <a:p>
            <a:r>
              <a:rPr lang="zh-CN" dirty="0"/>
              <a:t>Chronos 在 LongMemEvalS 基准（500题）上达到 95.60%，认知建模框架在 WebShop 上任务成功率达到 93.2%——两者均是各自领域的当前最优结果。接下来我们看详细数据。</a:t>
            </a:r>
          </a:p>
          <a:p>
            <a:endParaRPr lang="zh-CN" dirty="0"/>
          </a:p>
          <a:p>
            <a:r>
              <a:rPr lang="zh-CN" dirty="0"/>
              <a:t>要点：① LongMemEvalS 是对话记忆领域标准基准 ② WebShop 是长程顺序决策的代表性评测 ③ 两个数字都是当前最优</a:t>
            </a:r>
          </a:p>
          <a:p>
            <a:r>
              <a:rPr lang="zh-CN" dirty="0"/>
              <a:t>时长：30秒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好，我们来仔细看看实验数据。</a:t>
            </a:r>
          </a:p>
          <a:p>
            <a:endParaRPr lang="zh-CN" dirty="0"/>
          </a:p>
          <a:p>
            <a:r>
              <a:rPr lang="zh-CN" dirty="0"/>
              <a:t>先看左边 Chronos 的结果。使用 GPT-4o 的 Chronos Low 达到 92.60%，比上一任最优系统 EmergenceMem Internal 高出了差不多8个百分点，这是相当大的提升幅度。[数据] 用 Opus 4.6 的 Chronos High 进一步提升到 95.60%，在知识更新追踪和单会话类问题上全部达到100%满分。特别值得注意的是，在时序推理这个类别上，Chronos 达到 94.3%，而评测集中很多系统在这个类别上表现都偏弱，这正好验证了时序结构化的价值。再看右边认知建模的结果。总体任务成功率 93.2% 超过了所有基线，同时平均决策步骤从 Pathfinder 的 109.7 步降到了 101.8 步——这说明框架不只是成功率更高，决策效率也更好。记忆利用率 MRU 达到 80.1%，比最近的基线高了近10个百分点，直接说明性能提升来自有效的记忆利用，而不是运气或策略偏置。[停顿] 下面的综合洞察总结了两篇论文共同揭示的核心：结构化记忆是突破性能天花板的关键。</a:t>
            </a:r>
          </a:p>
          <a:p>
            <a:endParaRPr lang="zh-CN" dirty="0"/>
          </a:p>
          <a:p>
            <a:r>
              <a:rPr lang="zh-CN" dirty="0"/>
              <a:t>要点：① Chronos +7.67% 的提升在系统级研究中属于显著改进 ② 记忆利用率提升是认知框架效果的直接证据 ③ 两套基准下的共同结论相互印证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实验结果已经很有说服力了，消融研究进一步帮我们理解每个设计选择的具体贡献。</a:t>
            </a:r>
          </a:p>
          <a:p>
            <a:endParaRPr lang="zh-CN" dirty="0"/>
          </a:p>
          <a:p>
            <a:r>
              <a:rPr lang="zh-CN" dirty="0"/>
              <a:t>左边是 Chronos 的消融结果，最震撼的数字是：移除事件历法索引，Chronos Low 的准确率下降了整整 34.5 个百分点，几乎腰斩。这说明事件历法不是一个锦上添花的组件，而是整个架构成立的基础。相比之下，移除动态提示和初始检索分别损失12到14个点，Reranking 损失约9个点——每个组件都不可或缺，但事件历法的权重最高。右边上方的图展示了高低配置下的错误类型分布：检索失败始终是最大错误来源，即便换上 Opus 4.6 也没有消除，说明即使是顶级模型在大量历史数据中的检索也有天花板。而计算和计数类错误在高配置下减半，说明这类错误更依赖模型基础能力。右下角是认知框架的记忆容量实验：K 值（记忆条数）并非越大越好，过大会引入检索噪声，决策步骤反而增加。[停顿] 这两个发现共同表明：架构设计本身是决定性因素，而不仅仅是堆砌更强的底座模型。</a:t>
            </a:r>
          </a:p>
          <a:p>
            <a:endParaRPr lang="zh-CN" dirty="0"/>
          </a:p>
          <a:p>
            <a:r>
              <a:rPr lang="zh-CN" dirty="0"/>
              <a:t>要点：① 事件历法贡献基线提升58.9%，是 Chronos 最核心组件 ② 检索失败是所有记忆系统的共同瓶颈 ③ 记忆容量需要精细调控，并非越多越好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任何研究都有局限性，坦诚地讨论不足是好论文的标志。我们来逐一看看。</a:t>
            </a:r>
          </a:p>
          <a:p>
            <a:endParaRPr lang="zh-CN" dirty="0"/>
          </a:p>
          <a:p>
            <a:r>
              <a:rPr lang="zh-CN" dirty="0"/>
              <a:t>左边 Chronos 有四个主要局限：最核心的是双索引带来的存储和计算开销，论文通过稀疏提取缓解了这个问题，但并未根本解决；并行检索也会增加响应延迟，对实时性要求高的场景有压力；另外，单会话偏好召回类问题（SSP）表现明显弱于 Honcho，这说明对非时序类的偏好信息还需要专项优化。右边认知建模框架的局限则主要集中在：记忆容量的超参敏感性、注意力检索的可解释性低，以及只在 WebShop 一个数据集上验证了效果——跨领域泛化能力还是未知数。[停顿] 底部综合起来，两个框架面临四个共同挑战：记忆精确性与检索效率的根本权衡、记忆老化与主动更新策略、多 Agent 场景的共享记忆扩展、以及安全可控的记忆管理。这些问题，每一个都足以支撑一个独立的后续研究方向。</a:t>
            </a:r>
          </a:p>
          <a:p>
            <a:endParaRPr lang="zh-CN" dirty="0"/>
          </a:p>
          <a:p>
            <a:r>
              <a:rPr lang="zh-CN" dirty="0"/>
              <a:t>要点：① Chronos 最弱点是偏好类查询和存储开销 ② 认知框架最弱点是单一数据集验证和可解释性 ③ 四个共同挑战指向明确的后续研究机会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最后，让我们做一个综合总结，提炼这两篇论文共同传递的核心信息。</a:t>
            </a:r>
          </a:p>
          <a:p>
            <a:endParaRPr lang="zh-CN" dirty="0"/>
          </a:p>
          <a:p>
            <a:r>
              <a:rPr lang="zh-CN" dirty="0"/>
              <a:t>这次综述涵盖了两个视角下的长期记忆研究，它们共同传递了三个核心观点。第一，结构化记忆比纯向量检索具有本质优势——Chronos 和认知建模框架都用自己的方式证明了这一点，且都取得了各自领域的最优结果。第二，两个框架方法论上互补而非重复——Chronos 擅长时序精确召回，认知框架擅长历史驱动的决策一致性，两者可以相互借鉴，甚至有潜力融合出更强大的系统。第三，未来方向清晰可见——记忆老化与更新、多 Agent 共享记忆、跨场景迁移、从事件历史中直接更新模型权重，都是值得投入的前沿课题。[停顿] 总的来说，这两篇论文共同揭示了一个未来 AI 记忆系统的核心原则：不是让模型记住更多，而是让记忆更精准地驱动推理。感谢大家的聆听，欢迎交流与讨论。</a:t>
            </a:r>
          </a:p>
          <a:p>
            <a:endParaRPr lang="zh-CN" dirty="0"/>
          </a:p>
          <a:p>
            <a:r>
              <a:rPr lang="zh-CN" dirty="0"/>
              <a:t>要点：① 结构化记忆 + 推理耦合是突破性能天花板的核心 ② 两框架互补，存在融合潜力 ③ 未来方向：记忆老化、多Agent、跨场景、权重学习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