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大家好，今天我要给大家介绍的是来自 Zep AI 团队的一篇论文，题目叫做《ZEP：面向智能体记忆的时序知识图谱架构》，发表于 2025 年 1 月，arxiv 编号 2501.13956。这篇工作的核心贡献是设计了一套叫 Zep 的记忆层服务，专门解决 AI 智能体在长期交互中面临的记忆难题。接下来我会带大家从动机、架构、检索机制到实验结果，系统梳理这篇论文的主要内容。</a:t>
            </a:r>
          </a:p>
          <a:p>
            <a:endParaRPr lang="zh-CN" dirty="0"/>
          </a:p>
          <a:p>
            <a:r>
              <a:rPr lang="zh-CN" dirty="0"/>
              <a:t>要点：① 论文作者与机构 ② 核心研究问题 ③ 今日汇报结构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在正式进入技术细节之前，先带大家看一眼今天汇报的整体结构。</a:t>
            </a:r>
          </a:p>
          <a:p>
            <a:endParaRPr lang="zh-CN" dirty="0"/>
          </a:p>
          <a:p>
            <a:r>
              <a:rPr lang="zh-CN" dirty="0"/>
              <a:t>本次汇报分为六个部分：首先是研究背景，讲清楚为什么需要 Zep 这样的系统；第二部分介绍知识图谱的构建方法，包括三层架构；第三部分讲双时态模型和实体关系提取；第四部分是记忆检索的三阶段管道；第五部分是两套基准测试的实验结果；最后是核心贡献的总结。整个汇报大约需要 20 分钟，欢迎随时提问。</a:t>
            </a:r>
          </a:p>
          <a:p>
            <a:endParaRPr lang="zh-CN" dirty="0"/>
          </a:p>
          <a:p>
            <a:r>
              <a:rPr lang="zh-CN" dirty="0"/>
              <a:t>要点：① 六大章节结构 ② 先动机后技术再实验的逻辑主线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我们先来看看，这篇论文究竟要解决什么问题。</a:t>
            </a:r>
          </a:p>
          <a:p>
            <a:endParaRPr lang="zh-CN" dirty="0"/>
          </a:p>
          <a:p>
            <a:r>
              <a:rPr lang="zh-CN" dirty="0"/>
              <a:t>当前 AI 智能体面临三个核心挑战。第一，LLM 的上下文窗口是有限的，企业真实场景里的对话历史平均长达 11.5 万 token，根本放不进去。第二，现有的 RAG 方案只能检索静态文档，没法追踪关系的演化——比如"Alice 上周换了工作"这类动态事实。第三，缺乏结构化记忆会导致 LLM 幻觉和跨会话信息断裂。[停顿] Zep 的解法是引入 Graphiti——一个能动态摄入对话和业务数据、维护事实时效性、同时兼顾延迟和扩展性的时序知识图谱引擎。</a:t>
            </a:r>
          </a:p>
          <a:p>
            <a:endParaRPr lang="zh-CN" dirty="0"/>
          </a:p>
          <a:p>
            <a:r>
              <a:rPr lang="zh-CN" dirty="0"/>
              <a:t>要点：① 三大挑战（窗口限制/静态RAG/幻觉） ② Zep解法 ③ 核心成果预览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明白了动机，我们来看 Zep 的知识图谱是怎么组织的。</a:t>
            </a:r>
          </a:p>
          <a:p>
            <a:endParaRPr lang="zh-CN" dirty="0"/>
          </a:p>
          <a:p>
            <a:r>
              <a:rPr lang="zh-CN" dirty="0"/>
              <a:t>Zep 的知识图谱 G 由三层子图构成，就像人类记忆的层次结构一样。最底层是情节子图，存储原始的消息、文本和 JSON 数据，就像我们记住具体发生过什么事；中间层是语义实体子图，把情节里的实体和关系抽取出来，构建成知识网络，对应我们对概念和关联的理解；最顶层是社区子图，把语义上强连通的实体聚类成社区节点，附上摘要，支持全局域级别的理解。这三层的设计参考了心理学上的情节记忆和语义记忆模型，也借鉴了 GraphRAG 和 AriGraph 的思路。</a:t>
            </a:r>
          </a:p>
          <a:p>
            <a:endParaRPr lang="zh-CN" dirty="0"/>
          </a:p>
          <a:p>
            <a:r>
              <a:rPr lang="zh-CN" dirty="0"/>
              <a:t>要点：① 三层子图定义 ② 每层存储内容 ③ 类比人类记忆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知道了整体架构，我们来看 Zep 里最关键的时序特性——双时态建模。</a:t>
            </a:r>
          </a:p>
          <a:p>
            <a:endParaRPr lang="zh-CN" dirty="0"/>
          </a:p>
          <a:p>
            <a:r>
              <a:rPr lang="zh-CN" dirty="0"/>
              <a:t>Zep 引入了两条时间轴。T 轴表示现实世界的事件时序，用 t_valid 到 t_invalid 标记一个事实在现实中成立的时间区间；T' 轴是系统的事务时间，记录数据是什么时候被录入或失效的，主要用于审计。[停顿] 这套双时态模型有个非常实用的功能——当新信息和旧事实产生语义矛盾时，系统会自动让旧边失效。比如"Alice 是 Zep 的 CTO"这条信息录入后，如果之后又来了"Alice 离开了 Zep"，系统就会把前一条边设为失效。底部的三步提取流程，从 NER 实体识别到事实三元组提取，再到 Neo4j 写入，整个链路设计得非常稳健。</a:t>
            </a:r>
          </a:p>
          <a:p>
            <a:endParaRPr lang="zh-CN" dirty="0"/>
          </a:p>
          <a:p>
            <a:r>
              <a:rPr lang="zh-CN" dirty="0"/>
              <a:t>要点：① T轴与T'轴区别 ② 边失效机制 ③ 三步提取流程</a:t>
            </a:r>
          </a:p>
          <a:p>
            <a:r>
              <a:rPr lang="zh-CN" dirty="0"/>
              <a:t>时长：2.5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我们刚才说到知识图谱的三层结构，现在来深入看看最顶层的社区子图是怎么动态维护的。</a:t>
            </a:r>
          </a:p>
          <a:p>
            <a:endParaRPr lang="zh-CN" dirty="0"/>
          </a:p>
          <a:p>
            <a:r>
              <a:rPr lang="zh-CN" dirty="0"/>
              <a:t>Zep 和 GraphRAG 都有社区节点，但构建方式不同。GraphRAG 使用 Leiden 算法，每次有新数据都需要全量重跑，代价很高。Zep 改用标签传播算法的动态扩展版本——每次有新实体节点加入时，只更新它的邻居社区，把计算量降到最小。右侧展示的是完整的图构建流程，从摄入 Episode 到最终写入 Neo4j，一共五个步骤，整个流程支持流式数据持续摄入，非常适合企业级实时对话场景。</a:t>
            </a:r>
          </a:p>
          <a:p>
            <a:endParaRPr lang="zh-CN" dirty="0"/>
          </a:p>
          <a:p>
            <a:r>
              <a:rPr lang="zh-CN" dirty="0"/>
              <a:t>要点：① Leiden vs 标签传播 ② 动态单步扩展原理 ③ 完整五步构建流程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图构建完了，用户提问的时候 Zep 怎么从图里把最相关的信息找出来呢？这就是检索管道的工作。</a:t>
            </a:r>
          </a:p>
          <a:p>
            <a:endParaRPr lang="zh-CN" dirty="0"/>
          </a:p>
          <a:p>
            <a:r>
              <a:rPr lang="zh-CN" dirty="0"/>
              <a:t>Zep 的检索函数 f(α) = χ(ρ(φ(α)))，由三个阶段组成。第一阶段 φ 是搜索，同时运行三种互补的搜索方式：余弦语义搜索捕捉向量空间里的语义相似性；BM25 全文搜索捕捉词汇相似性，擅长精确匹配专有名词；广度优先搜索从图结构维度出发，找出在对话上下文中距离近的节点。第二阶段 ρ 是重排，把三路召回的结果进行精排，支持 RRF、MMR、频率重排等多种策略，还有基于交叉编码器的 LLM 精排。最后 χ 构造阶段把结果格式化成 FACTS + ENTITIES 字符串，直接给 LLM 用。</a:t>
            </a:r>
          </a:p>
          <a:p>
            <a:endParaRPr lang="zh-CN" dirty="0"/>
          </a:p>
          <a:p>
            <a:r>
              <a:rPr lang="zh-CN" dirty="0"/>
              <a:t>要点：① 三步公式 f=χ(ρ(φ)) ② 三种搜索的互补性 ③ 重排策略</a:t>
            </a:r>
          </a:p>
          <a:p>
            <a:r>
              <a:rPr lang="zh-CN" dirty="0"/>
              <a:t>时长：2.5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接下来我们看论文的实验部分，先了解一下他们用了哪两套评测基准。</a:t>
            </a:r>
          </a:p>
          <a:p>
            <a:endParaRPr lang="zh-CN" dirty="0"/>
          </a:p>
          <a:p>
            <a:r>
              <a:rPr lang="zh-CN" dirty="0"/>
              <a:t>第一套是 MemGPT 团队提出的 DMR（深度记忆检索）基准，500 条多会话对话，每条 5 个会话，每会话最多 12 条消息，评测方式是单轮事实问答。第二套是 LongMemEval，这套基准更接近企业真实场景，对话平均长达 11.5 万 token，涵盖单会话、跨会话、时序推理等 6 种问题类型。模型配置方面，嵌入和重排用 BAAI 的 BGE-m3，图构建用 gpt-4o-mini，问答生成用 gpt-4o-mini 和 gpt-4o 两组。需要注意的是，Zep 服务部署在 AWS 上，测试机器在波士顿，网络延迟被算进了 Zep 的响应时间，对 Zep 的延迟测量其实是不利的。</a:t>
            </a:r>
          </a:p>
          <a:p>
            <a:endParaRPr lang="zh-CN" dirty="0"/>
          </a:p>
          <a:p>
            <a:r>
              <a:rPr lang="zh-CN" dirty="0"/>
              <a:t>要点：① 两套基准的难度差异 ② 模型配置 ③ 测试环境说明（网络延迟注意事项）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 DMR 的结果。</a:t>
            </a:r>
          </a:p>
          <a:p>
            <a:endParaRPr lang="zh-CN" dirty="0"/>
          </a:p>
          <a:p>
            <a:r>
              <a:rPr lang="zh-CN" dirty="0"/>
              <a:t>在 gpt-4-turbo 下，Zep 达到 94.8%，超过了 MemGPT 的 93.4%。切换到 gpt-4o-mini 后，Zep 进一步提升到 98.2%，优于同模型下的全上下文基线 98.0%。这个结果确实超越了当前 SOTA。不过论文作者也很坦诚地指出了 DMR 的局限性：60 条消息完全可以放进 LLM 的上下文窗口，所以简单的全上下文方法也能达到 94.4% 的高分，说明这个基准本身就不太难。而且 DMR 只考察单轮事实问答，不涉及复杂的时序推理，不够代表真实企业场景。这也是为什么他们专门在 LongMemEval 上做了评测。</a:t>
            </a:r>
          </a:p>
          <a:p>
            <a:endParaRPr lang="zh-CN" dirty="0"/>
          </a:p>
          <a:p>
            <a:r>
              <a:rPr lang="zh-CN" dirty="0"/>
              <a:t>要点：① Zep超越MemGPT（94.8% vs 93.4%） ② DMR的局限性分析 ③ 引出LongMemEval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LongMemEval 才是这篇论文真正有说服力的实验结果。</a:t>
            </a:r>
          </a:p>
          <a:p>
            <a:endParaRPr lang="zh-CN" dirty="0"/>
          </a:p>
          <a:p>
            <a:r>
              <a:rPr lang="zh-CN" dirty="0"/>
              <a:t>用 gpt-4o-mini 时，Zep 的准确率从基线的 55.4% 提升到 63.8%，提升了 15.2%；用 gpt-4o 时，提升幅度更大，达到 18.5%。更令人印象深刻的是延迟表现：基线方案因为要把 11.5 万 token 全部送入模型，平均响应需要 31.3 秒；Zep 只把最相关的约 1600 个 token 送给模型，响应时间降到了 3.2 秒，降低了 90%。上下文 token 从 11.5 万压缩到 1600，节省幅度高达 99%，这意味着企业在 API 成本上也能大幅降低。[停顿] 这三个数字——准确率更高、延迟更低、成本更小，共同说明 Zep 在企业真实场景中的实用价值。</a:t>
            </a:r>
          </a:p>
          <a:p>
            <a:endParaRPr lang="zh-CN" dirty="0"/>
          </a:p>
          <a:p>
            <a:r>
              <a:rPr lang="zh-CN" dirty="0"/>
              <a:t>要点：① 准确率提升15.2–18.5% ② 延迟降低90% ③ Token压缩99%的成本价值</a:t>
            </a:r>
          </a:p>
          <a:p>
            <a:r>
              <a:rPr lang="zh-CN" dirty="0"/>
              <a:t>时长：2.5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总结一下这篇论文的三大核心技术贡献。</a:t>
            </a:r>
          </a:p>
          <a:p>
            <a:endParaRPr lang="zh-CN" dirty="0"/>
          </a:p>
          <a:p>
            <a:r>
              <a:rPr lang="zh-CN" dirty="0"/>
              <a:t>第一是 Graphiti 时序知识图谱引擎，用双时态建模精准追踪事实有效期，新事实能自动失效矛盾的旧边，原始数据非无损保存支持溯源。第二是三层分级记忆架构，情节—语义—社区三层类比人类记忆结构，从细节到全局都能覆盖，且社区子图支持动态增量更新。第三是混合检索加重排的组合管道，三路搜索并行召回，多策略精排提升准确率。底部的四个数字概括了论文的量化成果：LongMemEval 准确率提升 18.5%，响应延迟降低 90%，上下文压缩 99%，DMR 准确率 94.8%。这套方案已经是生产可用的系统，开源在 GitHub，非常适合企业 AI Agent 的记忆层建设。</a:t>
            </a:r>
          </a:p>
          <a:p>
            <a:endParaRPr lang="zh-CN" dirty="0"/>
          </a:p>
          <a:p>
            <a:r>
              <a:rPr lang="zh-CN" dirty="0"/>
              <a:t>要点：① 三大技术贡献 ② 四个核心量化指标 ③ 开源与生产可用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以上就是今天的全部内容，感谢大家的耐心聆听。</a:t>
            </a:r>
          </a:p>
          <a:p>
            <a:endParaRPr lang="zh-CN" dirty="0"/>
          </a:p>
          <a:p>
            <a:r>
              <a:rPr lang="zh-CN" dirty="0"/>
              <a:t>这篇论文的核心洞察在于，不是所有信息都值得放进 LLM 的上下文窗口——通过知识图谱的结构化记忆，Zep 既提升了准确率，又大幅降低了延迟和成本，三者同时改善。如果大家在做 AI Agent 相关研究，或者对知识图谱在 RAG 中的应用感兴趣，这篇论文值得深读。论文地址是 arXiv:2501.13956，代码开源在 getzep.com。[停顿] 我的汇报到此结束，欢迎大家提问，也欢迎课后继续交流。</a:t>
            </a:r>
          </a:p>
          <a:p>
            <a:endParaRPr lang="zh-CN" dirty="0"/>
          </a:p>
          <a:p>
            <a:r>
              <a:rPr lang="zh-CN" dirty="0"/>
              <a:t>要点：① 核心洞察总结 ② 论文地址与代码链接 ③ 开放提问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